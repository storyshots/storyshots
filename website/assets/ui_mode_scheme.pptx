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Medium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Medium-boldItalic.fntdata"/><Relationship Id="rId9" Type="http://schemas.openxmlformats.org/officeDocument/2006/relationships/font" Target="fonts/Robo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Medium-regular.fntdata"/><Relationship Id="rId8" Type="http://schemas.openxmlformats.org/officeDocument/2006/relationships/font" Target="fonts/Robot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182552" y="1028941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💻</a:t>
            </a:r>
            <a:endParaRPr sz="3400"/>
          </a:p>
        </p:txBody>
      </p:sp>
      <p:sp>
        <p:nvSpPr>
          <p:cNvPr id="55" name="Google Shape;55;p13"/>
          <p:cNvSpPr/>
          <p:nvPr/>
        </p:nvSpPr>
        <p:spPr>
          <a:xfrm>
            <a:off x="917675" y="1841675"/>
            <a:ext cx="7337400" cy="195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3"/>
          <p:cNvGrpSpPr/>
          <p:nvPr/>
        </p:nvGrpSpPr>
        <p:grpSpPr>
          <a:xfrm>
            <a:off x="1292227" y="2211748"/>
            <a:ext cx="1073146" cy="720003"/>
            <a:chOff x="873974" y="523197"/>
            <a:chExt cx="1073146" cy="720003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1227120" y="523197"/>
              <a:ext cx="7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400"/>
                <a:t>🖱️</a:t>
              </a:r>
              <a:endParaRPr sz="3400"/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873974" y="523200"/>
              <a:ext cx="7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400"/>
                <a:t>🤚</a:t>
              </a:r>
              <a:endParaRPr sz="3400"/>
            </a:p>
          </p:txBody>
        </p:sp>
      </p:grpSp>
      <p:sp>
        <p:nvSpPr>
          <p:cNvPr id="59" name="Google Shape;59;p13"/>
          <p:cNvSpPr txBox="1"/>
          <p:nvPr/>
        </p:nvSpPr>
        <p:spPr>
          <a:xfrm>
            <a:off x="2840400" y="221175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⚙️</a:t>
            </a:r>
            <a:endParaRPr sz="3400"/>
          </a:p>
        </p:txBody>
      </p:sp>
      <p:sp>
        <p:nvSpPr>
          <p:cNvPr id="60" name="Google Shape;60;p13"/>
          <p:cNvSpPr txBox="1"/>
          <p:nvPr/>
        </p:nvSpPr>
        <p:spPr>
          <a:xfrm>
            <a:off x="4212000" y="221175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👨‍💻</a:t>
            </a:r>
            <a:endParaRPr sz="3400"/>
          </a:p>
        </p:txBody>
      </p:sp>
      <p:sp>
        <p:nvSpPr>
          <p:cNvPr id="61" name="Google Shape;61;p13"/>
          <p:cNvSpPr txBox="1"/>
          <p:nvPr/>
        </p:nvSpPr>
        <p:spPr>
          <a:xfrm>
            <a:off x="5583600" y="2143039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📸</a:t>
            </a:r>
            <a:endParaRPr sz="3400"/>
          </a:p>
        </p:txBody>
      </p:sp>
      <p:sp>
        <p:nvSpPr>
          <p:cNvPr id="62" name="Google Shape;62;p13"/>
          <p:cNvSpPr txBox="1"/>
          <p:nvPr/>
        </p:nvSpPr>
        <p:spPr>
          <a:xfrm>
            <a:off x="1271100" y="2931750"/>
            <a:ext cx="11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Arrange</a:t>
            </a:r>
            <a:endParaRPr sz="18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67251" y="2931750"/>
            <a:ext cx="12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Automate</a:t>
            </a:r>
            <a:endParaRPr sz="18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169400" y="2931750"/>
            <a:ext cx="80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</a:t>
            </a:r>
            <a:endParaRPr sz="18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421900" y="2931750"/>
            <a:ext cx="10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Assert</a:t>
            </a:r>
            <a:endParaRPr sz="18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949650" y="1609624"/>
            <a:ext cx="12447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UI-mode</a:t>
            </a:r>
            <a:endParaRPr sz="18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5055750" y="2371650"/>
            <a:ext cx="40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➡️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3684150" y="2371650"/>
            <a:ext cx="40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➡️</a:t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2312543" y="2371653"/>
            <a:ext cx="40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➡️</a:t>
            </a: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6955200" y="221175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🛠️</a:t>
            </a:r>
            <a:endParaRPr sz="3400"/>
          </a:p>
        </p:txBody>
      </p:sp>
      <p:sp>
        <p:nvSpPr>
          <p:cNvPr id="71" name="Google Shape;71;p13"/>
          <p:cNvSpPr txBox="1"/>
          <p:nvPr/>
        </p:nvSpPr>
        <p:spPr>
          <a:xfrm>
            <a:off x="6757497" y="2931750"/>
            <a:ext cx="11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Refactor</a:t>
            </a:r>
            <a:endParaRPr sz="18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1187893" y="4657428"/>
            <a:ext cx="40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➡️</a:t>
            </a:r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6427350" y="2371650"/>
            <a:ext cx="40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➡️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